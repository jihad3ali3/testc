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03" r:id="rId5"/>
    <p:sldId id="304" r:id="rId6"/>
    <p:sldId id="305" r:id="rId7"/>
    <p:sldId id="306" r:id="rId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 autoAdjust="0"/>
    <p:restoredTop sz="94694"/>
  </p:normalViewPr>
  <p:slideViewPr>
    <p:cSldViewPr>
      <p:cViewPr>
        <p:scale>
          <a:sx n="125" d="100"/>
          <a:sy n="125" d="100"/>
        </p:scale>
        <p:origin x="2419" y="3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99910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194" y="1369435"/>
            <a:ext cx="3929379" cy="1256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6250" y="1120775"/>
            <a:ext cx="3810000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2800" b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2800" b="1" spc="1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9372" y="1882775"/>
            <a:ext cx="2103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Chapter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02:</a:t>
            </a:r>
            <a:r>
              <a:rPr sz="1400" spc="1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Architectures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999865" cy="2248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Architectural</a:t>
            </a:r>
            <a:r>
              <a:rPr sz="12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styles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style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formulated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terms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Apple Symbols"/>
              <a:buChar char="•"/>
              <a:tabLst>
                <a:tab pos="552450" algn="l"/>
              </a:tabLst>
            </a:pPr>
            <a:r>
              <a:rPr sz="900" spc="-10" dirty="0">
                <a:latin typeface="Arial"/>
                <a:cs typeface="Arial"/>
              </a:rPr>
              <a:t>(replaceable)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0" dirty="0">
                <a:latin typeface="Arial"/>
                <a:cs typeface="Arial"/>
              </a:rPr>
              <a:t> well-</a:t>
            </a:r>
            <a:r>
              <a:rPr sz="900" dirty="0">
                <a:latin typeface="Arial"/>
                <a:cs typeface="Arial"/>
              </a:rPr>
              <a:t>defined</a:t>
            </a:r>
            <a:r>
              <a:rPr sz="900" spc="-10" dirty="0">
                <a:latin typeface="Arial"/>
                <a:cs typeface="Arial"/>
              </a:rPr>
              <a:t> interfaces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  <a:p>
            <a:pPr marL="555625" marR="63500" indent="-120650">
              <a:lnSpc>
                <a:spcPct val="111600"/>
              </a:lnSpc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connectors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jointly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configured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system.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Connector</a:t>
            </a:r>
            <a:endParaRPr sz="1000">
              <a:latin typeface="Arial"/>
              <a:cs typeface="Arial"/>
            </a:endParaRPr>
          </a:p>
          <a:p>
            <a:pPr marL="302260" marR="177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mediates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coordination,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cooperation </a:t>
            </a:r>
            <a:r>
              <a:rPr sz="900" dirty="0">
                <a:latin typeface="Arial"/>
                <a:cs typeface="Arial"/>
              </a:rPr>
              <a:t>among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facilities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(remote)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procedure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call, </a:t>
            </a:r>
            <a:r>
              <a:rPr sz="900" dirty="0">
                <a:latin typeface="Arial"/>
                <a:cs typeface="Arial"/>
              </a:rPr>
              <a:t>messaging,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streaming.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831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Layered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layered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107" y="811420"/>
            <a:ext cx="873549" cy="17595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1500" y="888581"/>
            <a:ext cx="874814" cy="16671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5991" y="1207340"/>
            <a:ext cx="1040110" cy="11384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4714" y="265336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(a)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7909" y="265336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(b)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8082" y="2653367"/>
            <a:ext cx="158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(c)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630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46350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Blockchains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working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blockchain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872" y="678636"/>
            <a:ext cx="2543330" cy="1749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458632"/>
            <a:ext cx="3566795" cy="8324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Blocks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unforgeable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append-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chain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10" dirty="0">
                <a:latin typeface="Arial"/>
                <a:cs typeface="Arial"/>
              </a:rPr>
              <a:t> block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blockchain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immutable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295" dirty="0">
                <a:latin typeface="Apple Symbols"/>
                <a:cs typeface="Apple Symbols"/>
              </a:rPr>
              <a:t>⇒</a:t>
            </a:r>
            <a:r>
              <a:rPr sz="900" spc="-60" dirty="0">
                <a:latin typeface="Apple Symbols"/>
                <a:cs typeface="Apple Symbols"/>
              </a:rPr>
              <a:t> </a:t>
            </a:r>
            <a:r>
              <a:rPr sz="900" spc="-10" dirty="0">
                <a:latin typeface="Arial"/>
                <a:cs typeface="Arial"/>
              </a:rPr>
              <a:t>massive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replication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snag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Appending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block: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consensus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252" y="767685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547" y="2017863"/>
            <a:ext cx="387286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decides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validator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ahead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block.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design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goals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blockchains.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Appending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block: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consensus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(permissioned)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252" y="791980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985926"/>
            <a:ext cx="3963670" cy="11385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7020" marR="102235" indent="-116205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relatively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small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consensus</a:t>
            </a:r>
            <a:r>
              <a:rPr sz="900" spc="-25" dirty="0">
                <a:latin typeface="Arial"/>
                <a:cs typeface="Arial"/>
              </a:rPr>
              <a:t> on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0" dirty="0">
                <a:latin typeface="Arial"/>
                <a:cs typeface="Arial"/>
              </a:rPr>
              <a:t> validator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10" dirty="0">
                <a:latin typeface="Arial"/>
                <a:cs typeface="Arial"/>
              </a:rPr>
              <a:t> ahead.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trusted,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roughly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two-thirds behave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according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specifications.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practice,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few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accommodated.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" action="ppaction://noaction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Appending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block: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consensus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(permisionless)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1252" y="791980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985926"/>
            <a:ext cx="3964304" cy="94741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0830" marR="19812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Participants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collectively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engage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leader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election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elected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validated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transactions.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robust,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secure,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trivial.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318</Words>
  <Application>Microsoft Office PowerPoint</Application>
  <PresentationFormat>Custom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Apple Symbols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Sami</cp:lastModifiedBy>
  <cp:revision>4</cp:revision>
  <dcterms:created xsi:type="dcterms:W3CDTF">2023-04-27T06:02:17Z</dcterms:created>
  <dcterms:modified xsi:type="dcterms:W3CDTF">2026-04-20T21:21:20Z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